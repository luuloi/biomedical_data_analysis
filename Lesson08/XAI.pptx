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CA398-336B-293F-9747-3184B136BA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A2202D-1247-6546-2F48-951CDC470E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709352-C31D-F293-5854-63544598D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C59EA-DECC-451A-9B73-553883B1EFD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52A5C9-A527-F58D-B8CE-EBDFABDC9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0A21F-8990-5D1B-0176-E83E83A44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54288-9543-4FDA-A3DE-625C6B5BF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171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CE45B-A7E0-FDF6-A011-C01506FC9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A9D66D-1EA6-15B9-B2CD-516B35B0EB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42C15F-A6A7-9DBD-F8DE-0FB743A72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C59EA-DECC-451A-9B73-553883B1EFD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937A8B-9F4A-F76F-9F29-08FC0E279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F34D37-FDE3-D51B-28B2-2A5688D1E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54288-9543-4FDA-A3DE-625C6B5BF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711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9981D-FF11-2C04-EAC4-F8C0348CF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4E9E28-F41B-0785-C0A6-D6441C31AE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EC8936-6EF8-BFDF-AE0A-DB0D2D0FD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C59EA-DECC-451A-9B73-553883B1EFD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F5892-A06C-A4E5-04F7-92D295FC2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4450F3-2D2C-EFAB-BBEC-1FE061125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54288-9543-4FDA-A3DE-625C6B5BF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803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B6C28-DA20-759D-BF62-037247934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F5E0C-E598-F565-08E8-8AF9504C3E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812979-6D5E-B214-8524-F63935F12A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2CDEE9-9CB7-D10E-0A78-58F78F4F4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C59EA-DECC-451A-9B73-553883B1EFD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B2EA7E-9B44-92DD-33B1-B187370E7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9435C4-3CC5-EDF2-61D4-5359895A6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54288-9543-4FDA-A3DE-625C6B5BF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53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DEC4C-A315-575A-1B61-A2B6A35FE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EE4A3D-264A-75EA-278C-979B2C5458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627600-3E0D-15F0-7FA1-BB32E8F4A6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8C9123-1E6E-AB50-923B-D27EA0792F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7106F5-CE1F-805B-408C-2EF70CA7E5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F12BD1-1533-AE81-0847-1A2A3C882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C59EA-DECC-451A-9B73-553883B1EFD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53B793-E28D-2BF8-1DA0-A373AD05E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AB8004-5053-022E-D485-9F21DCED2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54288-9543-4FDA-A3DE-625C6B5BF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489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37B98-9CFD-742F-3C51-6DD0C4B64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DEBF9B-785C-E788-28C9-AD9247F17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C59EA-DECC-451A-9B73-553883B1EFD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22E75D-248F-3DF2-B32F-E5D489009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7F70B9-8EF5-31DE-F562-75D5C78D1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54288-9543-4FDA-A3DE-625C6B5BF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273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C87D7F-1060-920B-DB19-CEB1E4FE2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C59EA-DECC-451A-9B73-553883B1EFD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7789D1-F5A4-A7A0-7B32-6A7FB03D5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D1EEE0-AF65-A897-493A-7488630E2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54288-9543-4FDA-A3DE-625C6B5BF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18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85C79-7B05-540C-C52E-D925673FF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15811-717E-560E-0878-6E488CDBB6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8332F5-9ECF-93CA-CAA5-128BDDCFFE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A75D2F-269D-4031-6689-5651AEB7A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C59EA-DECC-451A-9B73-553883B1EFD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4BDCB2-7ACE-B1BE-7E2D-2E3085606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80A09B-6CB1-1249-0804-C9B2C25B1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54288-9543-4FDA-A3DE-625C6B5BF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638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BF107-D7B5-6157-170E-B9BC78D1A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71D166-A196-DE3C-D9F9-20B0D8727B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6C7662-B2E5-2BD6-7FD3-F8117D3F57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41615E-B434-0BDF-04FF-A18A4F7C4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C59EA-DECC-451A-9B73-553883B1EFD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5D996A-9740-64B3-8FB2-6381D619E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17DAA1-3F9A-D977-AF90-BFFC31068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54288-9543-4FDA-A3DE-625C6B5BF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417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4D3BC-FE26-67BB-53B6-77294EAA1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74CAC3-EEF9-61B3-7B57-5366D4D6F4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B34675-5E8B-5B4D-EFED-68670B5AB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C59EA-DECC-451A-9B73-553883B1EFD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7670A9-04DB-DF5C-0209-594D1FEB3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F4CE6-B168-55DE-C8FC-467797C9C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54288-9543-4FDA-A3DE-625C6B5BF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066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C2BCC9-14F5-1AFC-789F-EA75903D8D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3E7AD4-6286-3039-DBF0-CA5C224AE3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9C2F8-F56E-5FA9-3385-1D397967D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C59EA-DECC-451A-9B73-553883B1EFD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E104B7-0DC4-2967-9A82-CB9EC1E6B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CF632-9355-28F3-6455-138D68E3C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54288-9543-4FDA-A3DE-625C6B5BF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742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AC76D8-D617-2E7F-64CB-6DE5C4B34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2C5523-65E5-BD04-D898-3A1349A6D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F7FC57-DC93-D2B5-751A-64DACE48A3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6C59EA-DECC-451A-9B73-553883B1EFD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6B35C-69CC-93F1-EA4E-8226999378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251CC4-8249-11F7-5B42-2F4EA33738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554288-9543-4FDA-A3DE-625C6B5BF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305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E102B-B479-EDA5-BA7D-008C89673F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XAI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82A264-244D-CE56-CE9A-D1514334B4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3934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A99EB1-647D-C308-874A-DB14C85B2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SHAP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439359B-F373-E851-53C3-8E361A7681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4038" y="2512949"/>
            <a:ext cx="7214616" cy="39500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49C40EE-3D32-B905-8365-DDB49DE03F50}"/>
              </a:ext>
            </a:extLst>
          </p:cNvPr>
          <p:cNvSpPr txBox="1"/>
          <p:nvPr/>
        </p:nvSpPr>
        <p:spPr>
          <a:xfrm>
            <a:off x="4986173" y="812800"/>
            <a:ext cx="6489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SHapley</a:t>
            </a:r>
            <a:r>
              <a:rPr lang="en-US" sz="2800" dirty="0"/>
              <a:t> Additive </a:t>
            </a:r>
            <a:r>
              <a:rPr lang="en-US" sz="2800" dirty="0" err="1"/>
              <a:t>exPlanations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091756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81C667-C05A-B9E6-F090-A90E94A8F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LinearExplainer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B1F5794-87B5-7496-C2DF-5F1D2E4490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8881" y="2026347"/>
            <a:ext cx="3980056" cy="45879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C10FCB-3D0D-DE2F-6E5E-7726DDD2AC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9339" y="2026346"/>
            <a:ext cx="7054010" cy="29626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DA1643C-C0FB-5C6C-8CDF-5ADF051357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1461" y="5026088"/>
            <a:ext cx="2706300" cy="1794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538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706032-1FBA-1823-4780-556E62704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Linear Explainer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771574D-10FE-17BC-C308-0915F44335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760" y="2164080"/>
            <a:ext cx="11757152" cy="369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3819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84B3AC-67CE-5ED3-A417-0DD3BBFEA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Linear Explainer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106C01-8958-519B-AB15-CFBC186F43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205" y="1942002"/>
            <a:ext cx="11548872" cy="204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516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914257E-1E2A-4AC7-89EC-1FB65C9C0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3E1C8F1-97F5-489C-8308-958F09657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14F8D6-5914-847E-D445-4CDAE853E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1" y="509587"/>
            <a:ext cx="7649239" cy="7429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err="1"/>
              <a:t>Beeswarm</a:t>
            </a:r>
            <a:r>
              <a:rPr lang="en-US" dirty="0"/>
              <a:t> </a:t>
            </a: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Plot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2EEDA8B-6D85-F526-8737-B333507E7C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5972" y="2265736"/>
            <a:ext cx="10224883" cy="3553147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EB62645-D4DA-4E99-8344-B1536F63D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95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9347E5-16FA-06CD-496E-3191901A5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DA7F7A4-0D47-6EF5-6048-E80637493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0BD2347-8021-3155-10D1-E1EEE44AF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27D1B1-7109-17BF-953B-D4DECCF06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1" y="509587"/>
            <a:ext cx="7649239" cy="7429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Summary Plot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82F8FF3-1ACE-2982-E970-48C55265BC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198524-D175-517B-D44B-1A36C4B3E7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FF92A6-9350-6C3D-D6C1-748B5E6E0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39554"/>
            <a:ext cx="9385798" cy="3815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685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914257E-1E2A-4AC7-89EC-1FB65C9C0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3E1C8F1-97F5-489C-8308-958F09657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745086-87D3-2587-2A0B-BAD39D28D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1" y="509587"/>
            <a:ext cx="7649239" cy="7429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Violin plot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B3E97AF-8D52-CE22-0950-577EB9C12C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3436" y="2072641"/>
            <a:ext cx="10645058" cy="4124960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EB62645-D4DA-4E99-8344-B1536F63D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642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50324-08D6-0B77-EFB5-E4F721DBE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Waterfall Plot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5FA19-C708-D9C7-7A41-A0EE945111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C29519-DF9D-A84F-D795-83BF25A0B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28" y="1789509"/>
            <a:ext cx="10927715" cy="36156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9817E94-30F2-08F1-D875-3AB72CFBFE8F}"/>
              </a:ext>
            </a:extLst>
          </p:cNvPr>
          <p:cNvSpPr txBox="1"/>
          <p:nvPr/>
        </p:nvSpPr>
        <p:spPr>
          <a:xfrm>
            <a:off x="2602685" y="6311900"/>
            <a:ext cx="7321492" cy="319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shap.plots.waterfall</a:t>
            </a:r>
            <a:r>
              <a:rPr lang="en-US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shap_values</a:t>
            </a:r>
            <a:r>
              <a:rPr lang="en-US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483920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914257E-1E2A-4AC7-89EC-1FB65C9C0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3E1C8F1-97F5-489C-8308-958F09657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683ECC-89D5-87C4-B404-7FA589333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1" y="509587"/>
            <a:ext cx="7649239" cy="7429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Force Plot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B9B07DE-3289-3612-4A2C-FC0DECFB8C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120" y="2200749"/>
            <a:ext cx="12173565" cy="2530642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EB62645-D4DA-4E99-8344-B1536F63D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0BED02-0E86-87D6-924B-5592B796A0E0}"/>
              </a:ext>
            </a:extLst>
          </p:cNvPr>
          <p:cNvSpPr txBox="1"/>
          <p:nvPr/>
        </p:nvSpPr>
        <p:spPr>
          <a:xfrm>
            <a:off x="1895913" y="5195383"/>
            <a:ext cx="7672081" cy="319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shap.plots.force</a:t>
            </a:r>
            <a:r>
              <a:rPr lang="en-US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shap_values</a:t>
            </a:r>
            <a:r>
              <a:rPr lang="en-US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17239363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565EA-4A72-3658-03B4-1D3311E04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 Group Plot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94367-F845-13CE-E7D2-32D68D4E46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947" y="5108895"/>
            <a:ext cx="11727809" cy="15603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masked = data['Outcome'] == 1</a:t>
            </a:r>
          </a:p>
          <a:p>
            <a:pPr marL="0" indent="0">
              <a:buNone/>
            </a:pPr>
            <a:r>
              <a:rPr lang="en-US" sz="1800" dirty="0"/>
              <a:t>masked = </a:t>
            </a:r>
            <a:r>
              <a:rPr lang="en-US" sz="1800" dirty="0" err="1"/>
              <a:t>masked.values</a:t>
            </a:r>
            <a:endParaRPr lang="en-US" sz="1800" dirty="0"/>
          </a:p>
          <a:p>
            <a:pPr marL="0" indent="0">
              <a:buNone/>
            </a:pPr>
            <a:r>
              <a:rPr lang="en-US" sz="1800" dirty="0" err="1"/>
              <a:t>shap.plots.group_difference</a:t>
            </a:r>
            <a:r>
              <a:rPr lang="en-US" sz="1800" dirty="0"/>
              <a:t>(</a:t>
            </a:r>
            <a:r>
              <a:rPr lang="en-US" sz="1800" dirty="0" err="1"/>
              <a:t>shap_values</a:t>
            </a:r>
            <a:r>
              <a:rPr lang="en-US" sz="1800" dirty="0"/>
              <a:t> = </a:t>
            </a:r>
            <a:r>
              <a:rPr lang="en-US" sz="1800" dirty="0" err="1"/>
              <a:t>shap_values.values</a:t>
            </a:r>
            <a:r>
              <a:rPr lang="en-US" sz="1800" dirty="0"/>
              <a:t>, </a:t>
            </a:r>
            <a:r>
              <a:rPr lang="en-US" sz="1800" dirty="0" err="1"/>
              <a:t>group_mask</a:t>
            </a:r>
            <a:r>
              <a:rPr lang="en-US" sz="1800" dirty="0"/>
              <a:t> = masked, </a:t>
            </a:r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dirty="0" err="1"/>
              <a:t>feature_names</a:t>
            </a:r>
            <a:r>
              <a:rPr lang="en-US" sz="1800" dirty="0"/>
              <a:t> = cols)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763A78-DD32-683C-9B20-24F9337DC2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824" y="1594484"/>
            <a:ext cx="6682339" cy="3261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876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91</Words>
  <Application>Microsoft Office PowerPoint</Application>
  <PresentationFormat>Widescreen</PresentationFormat>
  <Paragraphs>18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Consolas</vt:lpstr>
      <vt:lpstr>Office Theme</vt:lpstr>
      <vt:lpstr>XAI</vt:lpstr>
      <vt:lpstr>SHAP</vt:lpstr>
      <vt:lpstr>LinearExplainer</vt:lpstr>
      <vt:lpstr>Linear Explainer</vt:lpstr>
      <vt:lpstr>Linear Explainer</vt:lpstr>
      <vt:lpstr>Beeswarm Plot</vt:lpstr>
      <vt:lpstr>Summary Plot</vt:lpstr>
      <vt:lpstr>Violin plot</vt:lpstr>
      <vt:lpstr>Waterfall Plot</vt:lpstr>
      <vt:lpstr>Force Plot</vt:lpstr>
      <vt:lpstr>Difference Group Plot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NGUYỄN PHAN CHÍ THÀNH</dc:creator>
  <cp:lastModifiedBy>NGUYỄN PHAN CHÍ THÀNH</cp:lastModifiedBy>
  <cp:revision>6</cp:revision>
  <dcterms:created xsi:type="dcterms:W3CDTF">2025-11-17T15:15:12Z</dcterms:created>
  <dcterms:modified xsi:type="dcterms:W3CDTF">2025-11-17T18:57:43Z</dcterms:modified>
</cp:coreProperties>
</file>