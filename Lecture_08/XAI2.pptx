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2" r:id="rId5"/>
    <p:sldId id="260" r:id="rId6"/>
    <p:sldId id="261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>
        <p:scale>
          <a:sx n="100" d="100"/>
          <a:sy n="100" d="100"/>
        </p:scale>
        <p:origin x="58" y="-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E3FC0-BFDC-1F9B-B7AD-C8B5E5245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592525-6535-8E21-D23C-68F259461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10A74-43D8-445B-2009-8D9BA07BB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75021-6CE4-450D-82BB-D5C3387F261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E677E-0EED-77F4-4524-EA580C486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AF62B-BA14-56C4-E787-7E8E9C4A0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A005-E719-4AD4-BE8A-DB97D6BB7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284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B6095-1EF5-4FFF-4528-2ED9BE7B6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EC7EF-F4B4-F574-AF45-279509687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2CCF0-72F5-A6A0-87EA-DEE67A53F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75021-6CE4-450D-82BB-D5C3387F261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9E857-5992-E565-6586-DB572EFCB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712F9-0E39-142D-DA7D-88B7C72C0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A005-E719-4AD4-BE8A-DB97D6BB7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664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71F39-05EC-4ACE-9979-300D7B833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4323D-9325-299B-7170-7BEFF9ED5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12BE5-76A3-6829-C282-DE42B172C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75021-6CE4-450D-82BB-D5C3387F261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032EA-AE8D-B90C-0F21-843A5D0DF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62C27-8108-85DC-768E-98EF118AB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A005-E719-4AD4-BE8A-DB97D6BB7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749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B66CA-FB99-3589-0474-80987CB92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77BA1-D68A-B083-2CDB-DC85A4095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A6A4D6-7DD5-E9A5-159E-641B73D272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35AA7-D34C-CB3A-463A-F1996B771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75021-6CE4-450D-82BB-D5C3387F261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0EC60A-09A5-4ECC-7259-C37F9B072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FAB141-D7DE-1EC6-08DF-60B5C80C5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A005-E719-4AD4-BE8A-DB97D6BB7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218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6CD78-9A21-66A2-E642-9B31F4BEE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2E628-F472-C325-AB71-CAB6C9B2A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1A3B33-8C00-F962-E5AF-FA0588DF7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99A022-7B0D-1F95-9238-8915D30F6F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172F27-4781-08BB-07B4-F1F8016898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7CB858-FFA4-4EE6-4E30-4BB753095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75021-6CE4-450D-82BB-D5C3387F261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CEB607-3361-2CD1-6D19-E5E4060B1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B6B7D5-F0A1-2FD1-63F7-B1934776A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A005-E719-4AD4-BE8A-DB97D6BB7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941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B98F2-1F08-CFDB-BDDC-63C4B1B69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B2B0D8-20E9-32FE-8209-A45BB54D3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75021-6CE4-450D-82BB-D5C3387F261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D1CD9D-14BB-80EB-B690-FC9F705F4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94BF3A-44DB-9F4E-A88A-98ED0595D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A005-E719-4AD4-BE8A-DB97D6BB7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28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BCFD1F-3514-AA9B-BE4E-18EE43A76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75021-6CE4-450D-82BB-D5C3387F261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5F6B32-A258-F788-6731-D142B16B4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81BFE5-C822-5057-14D1-350CBF931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A005-E719-4AD4-BE8A-DB97D6BB7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708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20E7C-DF78-3263-E326-9A3859D67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7BB1B-9BE0-5515-4469-33C76E926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599215-C391-03D6-0D27-62533EFEF9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21AB76-DE1E-BE00-32F4-FB667A0B1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75021-6CE4-450D-82BB-D5C3387F261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C4AC0C-BF47-F6B0-6AE6-951BF5D91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1ABCF4-DB27-A995-4C3A-5951688E4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A005-E719-4AD4-BE8A-DB97D6BB7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415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E8D0F-EB4B-1F53-71E8-790F4FBE8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4562CC-1140-3BEC-C3B8-7C6C6E1A90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F8D54D-5BF5-917B-4557-030718DE4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B27CFA-A242-C5F8-FF6D-F9E729D52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75021-6CE4-450D-82BB-D5C3387F261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1E188-836C-D9D0-3E62-CD047845F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916AB4-CAE6-1564-AED4-7EBF9DC5C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A005-E719-4AD4-BE8A-DB97D6BB7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798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AF171-15A5-7151-0C1E-6C90B5644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F604E0-729C-44EA-0BDC-ABE6CE838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433A2-810E-95B3-7B9A-A4C7E847B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75021-6CE4-450D-82BB-D5C3387F261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21720-2836-F819-4412-3DBAAF9A1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4B0A8-A215-8A35-0565-654F0C911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A005-E719-4AD4-BE8A-DB97D6BB7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920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7A5F9A-D3A3-7ADC-8417-391B13BE9C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8499B-3CF3-9307-B495-D99AC8CC7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25AE4-5A4B-BCB7-41DC-18026E4AA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75021-6CE4-450D-82BB-D5C3387F261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97E14-3E8A-5DE6-2206-4491FBB68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F0E85-A479-F2F5-4CE4-AFC8F321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A005-E719-4AD4-BE8A-DB97D6BB7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732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FE276C-1A5E-54FB-801B-6E7E2B423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F93B9-3DFC-3803-DE05-04B070A6E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A3E60-A4B4-8854-D082-F16779C2F6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675021-6CE4-450D-82BB-D5C3387F261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E192B-8FA8-5589-4E39-49841A00FE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C8615-6710-FFEC-E8FC-C5A1A69AD2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9A005-E719-4AD4-BE8A-DB97D6BB7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95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0F3E1-1E08-599F-9BF4-A43F0BB0BF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XAI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E85450-FB1F-AE97-F5D1-DA09313873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Báo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11/11/2025</a:t>
            </a:r>
          </a:p>
        </p:txBody>
      </p:sp>
    </p:spTree>
    <p:extLst>
      <p:ext uri="{BB962C8B-B14F-4D97-AF65-F5344CB8AC3E}">
        <p14:creationId xmlns:p14="http://schemas.microsoft.com/office/powerpoint/2010/main" val="2517675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C7E24-8805-AC41-6149-2F18F13D8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Grad-CAM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94CC05-88FD-7F03-300B-7BEF421A7C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8707" y="2344069"/>
            <a:ext cx="11245191" cy="36470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01A776-BE30-40B9-AC05-2FDFECB48FC4}"/>
              </a:ext>
            </a:extLst>
          </p:cNvPr>
          <p:cNvSpPr txBox="1"/>
          <p:nvPr/>
        </p:nvSpPr>
        <p:spPr>
          <a:xfrm>
            <a:off x="1074420" y="1690688"/>
            <a:ext cx="6789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Gradient-weighted Class Activation Mapping</a:t>
            </a:r>
          </a:p>
        </p:txBody>
      </p:sp>
    </p:spTree>
    <p:extLst>
      <p:ext uri="{BB962C8B-B14F-4D97-AF65-F5344CB8AC3E}">
        <p14:creationId xmlns:p14="http://schemas.microsoft.com/office/powerpoint/2010/main" val="3957895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73EDD-2885-C910-2895-F6308F9BE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GRAD-CAM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5F9E80-C1F0-1B3D-2977-DFF53648FE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452" y="1690688"/>
            <a:ext cx="10633936" cy="344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46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5CF2-4DF2-C54A-AFBD-C9D994813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SHAP-Logistic Regression</a:t>
            </a:r>
          </a:p>
        </p:txBody>
      </p:sp>
      <p:pic>
        <p:nvPicPr>
          <p:cNvPr id="5" name="Content Placeholder 4" descr="A diagram of a hexagon with arrows pointing to the center&#10;&#10;AI-generated content may be incorrect.">
            <a:extLst>
              <a:ext uri="{FF2B5EF4-FFF2-40B4-BE49-F238E27FC236}">
                <a16:creationId xmlns:a16="http://schemas.microsoft.com/office/drawing/2014/main" id="{8607E672-02E2-91A3-9FAA-0FAE880A75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342" y="1985645"/>
            <a:ext cx="8702676" cy="4351338"/>
          </a:xfrm>
        </p:spPr>
      </p:pic>
    </p:spTree>
    <p:extLst>
      <p:ext uri="{BB962C8B-B14F-4D97-AF65-F5344CB8AC3E}">
        <p14:creationId xmlns:p14="http://schemas.microsoft.com/office/powerpoint/2010/main" val="1589866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DAE09-DF75-DC03-930D-2A5E73158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GRAD-CAM</a:t>
            </a:r>
          </a:p>
        </p:txBody>
      </p:sp>
      <p:pic>
        <p:nvPicPr>
          <p:cNvPr id="5" name="Content Placeholder 4" descr="A diagram of a network&#10;&#10;AI-generated content may be incorrect.">
            <a:extLst>
              <a:ext uri="{FF2B5EF4-FFF2-40B4-BE49-F238E27FC236}">
                <a16:creationId xmlns:a16="http://schemas.microsoft.com/office/drawing/2014/main" id="{6F8EAB7B-E9CC-68B8-8957-F6B70816CB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7662" y="1825625"/>
            <a:ext cx="6976676" cy="4351338"/>
          </a:xfrm>
        </p:spPr>
      </p:pic>
    </p:spTree>
    <p:extLst>
      <p:ext uri="{BB962C8B-B14F-4D97-AF65-F5344CB8AC3E}">
        <p14:creationId xmlns:p14="http://schemas.microsoft.com/office/powerpoint/2010/main" val="3061285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461B0-78E2-1D81-7BDF-77FB7CDAF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GRAD-CAM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4C407E-2ACB-BEDD-706F-EFBDA41940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0230" y="1690688"/>
            <a:ext cx="8591611" cy="342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859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383D8-2657-54AA-FE71-711592AF6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 - CAM</a:t>
            </a:r>
          </a:p>
        </p:txBody>
      </p:sp>
      <p:pic>
        <p:nvPicPr>
          <p:cNvPr id="5" name="Content Placeholder 4" descr="A close-up of a x-ray&#10;&#10;AI-generated content may be incorrect.">
            <a:extLst>
              <a:ext uri="{FF2B5EF4-FFF2-40B4-BE49-F238E27FC236}">
                <a16:creationId xmlns:a16="http://schemas.microsoft.com/office/drawing/2014/main" id="{B939FE6B-49F6-F849-9304-F4F3EE5D1E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" y="1674490"/>
            <a:ext cx="3509020" cy="3509020"/>
          </a:xfrm>
        </p:spPr>
      </p:pic>
      <p:pic>
        <p:nvPicPr>
          <p:cNvPr id="7" name="Picture 6" descr="A x-ray of a person's chest&#10;&#10;AI-generated content may be incorrect.">
            <a:extLst>
              <a:ext uri="{FF2B5EF4-FFF2-40B4-BE49-F238E27FC236}">
                <a16:creationId xmlns:a16="http://schemas.microsoft.com/office/drawing/2014/main" id="{081A948E-2F9B-A292-4A5D-2B5C804C23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392" y="1690688"/>
            <a:ext cx="3627607" cy="362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001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19</Words>
  <Application>Microsoft Office PowerPoint</Application>
  <PresentationFormat>Widescreen</PresentationFormat>
  <Paragraphs>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XAI</vt:lpstr>
      <vt:lpstr>Grad-CAM</vt:lpstr>
      <vt:lpstr>GRAD-CAM</vt:lpstr>
      <vt:lpstr>SHAP-Logistic Regression</vt:lpstr>
      <vt:lpstr>GRAD-CAM</vt:lpstr>
      <vt:lpstr>GRAD-CAM</vt:lpstr>
      <vt:lpstr>GRAD - CAM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NGUYỄN PHAN CHÍ THÀNH</dc:creator>
  <cp:lastModifiedBy>NGUYỄN PHAN CHÍ THÀNH</cp:lastModifiedBy>
  <cp:revision>2</cp:revision>
  <dcterms:created xsi:type="dcterms:W3CDTF">2025-11-11T14:54:30Z</dcterms:created>
  <dcterms:modified xsi:type="dcterms:W3CDTF">2025-11-11T15:45:37Z</dcterms:modified>
</cp:coreProperties>
</file>