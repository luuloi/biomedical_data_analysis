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4" r:id="rId9"/>
    <p:sldId id="267" r:id="rId10"/>
    <p:sldId id="265" r:id="rId11"/>
    <p:sldId id="263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E554B-7781-D511-43AA-E057F62672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860916-C311-DBE6-C3C2-DBD600EA1D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13991-45C9-A223-26F3-85187C01E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21CE3-FD51-44B6-80C0-58A869CB15F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6570C-3FD2-2DD2-F423-6BB241056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56545-AB18-C5AE-DF56-90D3D9053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B8FD-48F4-412E-B48B-8EB2B03DC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5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71183-741E-A9D6-157A-4BA3F288F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98193-7BF1-989F-134E-D72FFBDE2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79005-5B59-FDEB-5FDB-44348527B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21CE3-FD51-44B6-80C0-58A869CB15F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7C64D-0E04-0361-F72F-ACE59353D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3DD62-C879-B4C6-E437-44587C9BF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B8FD-48F4-412E-B48B-8EB2B03DC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97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65E9D-4E52-CFB9-E37B-1BD0B0385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B97B2-70A8-A75A-D7DF-0E837D7B2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E0241-C59F-F9EC-CA22-825AC8F72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21CE3-FD51-44B6-80C0-58A869CB15F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8EE36-A34D-F7EE-69E3-35594248E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1D9EC-E818-6B77-95B8-7B9C91F3A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B8FD-48F4-412E-B48B-8EB2B03DC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600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7FE56-83B3-16A9-662C-0DD19FC70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88A8C-28B8-17A9-CA38-91DCEF723C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B96847-3B5F-26D1-C9D4-58363A6454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30BD44-AADF-4FAE-5762-F2A9DE686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21CE3-FD51-44B6-80C0-58A869CB15F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D55817-3383-690F-C2F6-3EA473EBB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D1929-C356-8C7A-F5D3-30E96A050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B8FD-48F4-412E-B48B-8EB2B03DC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233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84644-BE5E-51C5-D888-C8F3F5396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633F8-841A-7192-B2F5-E82CE3ACA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850415-76B1-83F4-DF91-F9C1B7554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70DC98-CDF1-BF25-DF75-8ED3C9ADF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5DC111-BEFD-DE82-85D4-9C29EE444D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5E954-74D9-F0F0-8585-E8ACE3665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21CE3-FD51-44B6-80C0-58A869CB15F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170289-3A80-EDD4-A14F-10109E4A9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A53AA4-88C6-46F8-2B0C-7B1676C40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B8FD-48F4-412E-B48B-8EB2B03DC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280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B3912-1F38-BDBF-2E33-F89D34B08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BF2618-F811-FC14-2307-0BFA84D7D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21CE3-FD51-44B6-80C0-58A869CB15F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B5D42-290D-D3C0-29B5-FF94F7853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9719F-C6CE-37F5-E591-63FAAFCC6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B8FD-48F4-412E-B48B-8EB2B03DC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FB8EBD-82C9-0833-461A-FEA216F16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21CE3-FD51-44B6-80C0-58A869CB15F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F82947-2CA8-F8CD-2F6A-24C4114C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8C832-FCAB-85E9-214B-15775F1EB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B8FD-48F4-412E-B48B-8EB2B03DC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453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54953-75B3-A62A-8144-E4150EEAE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01E68-364A-5526-DC91-938465986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450FC-2240-C5DA-77B7-6A8D57B6B5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05002F-9561-A89F-D4DF-836F368AB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21CE3-FD51-44B6-80C0-58A869CB15F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E78A39-1187-921B-FD1B-B05468852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8CB26E-2440-D5F2-C9D0-9F694D6B0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B8FD-48F4-412E-B48B-8EB2B03DC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95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F28EC-06B9-60EA-ED69-36C8C5FA6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D75997-9628-0D48-AB0D-5BCCAE61C9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16004-23D4-8C67-39B1-DB5603870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F1CD9-E5EE-0D4D-9C75-2DD2AEF62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21CE3-FD51-44B6-80C0-58A869CB15F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D38D53-80C8-9457-59EC-068C3AE27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7011F8-762B-F49D-4A0A-1E0A8043B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B8FD-48F4-412E-B48B-8EB2B03DC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521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AF446-FDCB-C271-875A-143889A2D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DA0A31-8F83-A9B2-0B27-66365E083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06191-8EDC-8AAA-ADE9-350ECF0B5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21CE3-FD51-44B6-80C0-58A869CB15F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A4945-7193-53D5-FD67-7E0726442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4E5A9-DBD2-ADC1-6764-AFD7E0F81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B8FD-48F4-412E-B48B-8EB2B03DC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610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E8D223-C4EF-2B7C-A27B-F050B44211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C56E73-D267-AB2B-423B-EEF6020555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8E774-62B7-AAFC-4CEA-1C60AF370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21CE3-FD51-44B6-80C0-58A869CB15F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827B5-D773-B1EC-CE38-B0C5E37B8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FED8D-9C24-0F8F-49D8-F8AB95CF8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B8FD-48F4-412E-B48B-8EB2B03DC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966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92DF11-E317-7BA9-A5AA-536C28311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39E8B9-867D-5C63-4BAC-BF3270DB5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19048-AAE7-5899-E900-5F855D3B84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21CE3-FD51-44B6-80C0-58A869CB15F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4AE42-C74E-E91A-9537-A91A07E218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50E85-7E5B-04BA-0829-82D9ECC726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21B8FD-48F4-412E-B48B-8EB2B03DC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694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4800A-137A-B981-9D2D-84B918D1E5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XAI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8A195B-98C9-E3C3-B328-64A79D4ECD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510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05E5C-5FB9-0A0B-7B87-909E30367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C494CB-2238-278B-80CD-E2F0C7994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3352800"/>
            <a:ext cx="152400" cy="152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05CDD04-40B0-2B85-4D1F-D6D2F82E3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393" y="1427120"/>
            <a:ext cx="9390690" cy="387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617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72063-A13E-2231-145A-4C67905E2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 Kernel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CDFBF-8645-6A04-361E-7AE263181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2378C9-3E3E-7416-F3AA-C20BBD72B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5694" y="455003"/>
            <a:ext cx="6019800" cy="594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156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A4155-90C5-1316-C4C6-9E9FFCA06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BB0FC-F3FD-F5D2-83B3-D735052D4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 Kernel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78A6E-977A-EB72-8B6C-2057173BF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B0022B-2954-F408-DD00-2A3E12012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12" y="1690688"/>
            <a:ext cx="11089341" cy="192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781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C229C-C00D-942D-DEE2-F76C78783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 Kernel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B7323-6B37-05FF-0FEE-3C8FAC547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5B16E7-3E02-6B59-DFA3-6DD8BCD31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93" y="1571859"/>
            <a:ext cx="4867954" cy="9145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610303-9AD1-0685-11F6-FD1FE45DF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423" y="1825625"/>
            <a:ext cx="4143953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09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45FB5-C580-2704-B288-88C5428A9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27124-DE20-81B3-1C16-0DA933189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 Kernel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7C212-68A2-43B8-A08B-9B9219FB1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665F92-A0F1-0A89-B5E2-10F9947C5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47" y="1550895"/>
            <a:ext cx="11638305" cy="390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334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195B7-597B-E360-206E-DE9522C57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 Kernel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8FD95-0BA1-A841-8230-81C6131EE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1E6A00-BEFB-9D5B-FAD0-B6ACF95C6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410" y="1690688"/>
            <a:ext cx="9924854" cy="477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218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8762B7-DC8F-93D4-F0E8-83886F076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Feature Importance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C65A7-D609-D66E-E429-32DEF0614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976B38-27BB-D4A2-04CD-3E5A569E3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079" y="0"/>
            <a:ext cx="77388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550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F21F30-1C51-2B71-F7C3-0604D9229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F2C869E-B023-B56F-14B7-CA071511F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153C63-74A3-3740-4244-B398FE1BD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 dirty="0"/>
              <a:t>Feature Importance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08A02063-BF23-8122-A996-A779FF547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DEA78-94C1-FF6D-9983-2827FDAF1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1BE22F-7A7E-0012-EBC4-6F5A69D52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320" y="0"/>
            <a:ext cx="5005632" cy="44358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AAF880-4482-190B-D715-F0992CF78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2" y="4525914"/>
            <a:ext cx="11910568" cy="229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806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BA74D0-E4E9-24C3-3134-3784CB007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F4B425D-9ADB-01B4-8855-CB0660307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AA9A29-4E86-E14C-79DC-24D9A36FA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Feature Importance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971C38B8-D8FB-6C08-761E-A07D501FFE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7CA5F-5AA7-BC31-48D9-23A143CF3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910" y="0"/>
            <a:ext cx="6308042" cy="5590032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A84F88-84EF-43F1-069B-93A9D2D73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627CE9-C4DC-8972-E0A0-70D8642F9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98" y="2910065"/>
            <a:ext cx="5877802" cy="24744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AB3AEC-54DB-E42B-7BF4-C05BCC6A16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999" y="5648634"/>
            <a:ext cx="6256562" cy="88399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A861438-76B1-E2D8-D37A-732CAE3CC9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5740081"/>
            <a:ext cx="5121084" cy="70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250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1330E-F1E4-2061-7914-84238D025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BBF20-90FD-43F2-2B23-0F6013726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111A3F-B9E9-1F7D-3F20-F6F828682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055" y="0"/>
            <a:ext cx="664894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E7547A-752D-5311-AEB3-EF214C480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4867954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129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AA6CFF-4451-06D4-1C20-E64267072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 dirty="0"/>
              <a:t>Tree SHAP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400A1-1626-DC99-8B6C-9233DFD9B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endParaRPr lang="en-US" sz="2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B57104-98EB-D899-541A-90C6605D2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172720"/>
            <a:ext cx="7409687" cy="66852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6C7CF6-0536-2AB7-2732-A0F8E38C6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77" y="2815242"/>
            <a:ext cx="3945247" cy="361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578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22</Words>
  <Application>Microsoft Office PowerPoint</Application>
  <PresentationFormat>Widescreen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XAI</vt:lpstr>
      <vt:lpstr>SHAP</vt:lpstr>
      <vt:lpstr>SHAP Kernel</vt:lpstr>
      <vt:lpstr>SHAP Kernel</vt:lpstr>
      <vt:lpstr>SHAP Kernel</vt:lpstr>
      <vt:lpstr>SHAP Kernel</vt:lpstr>
      <vt:lpstr>SHAP Kernel</vt:lpstr>
      <vt:lpstr>Feature Importance</vt:lpstr>
      <vt:lpstr>Feature Importance</vt:lpstr>
      <vt:lpstr>Feature Importance</vt:lpstr>
      <vt:lpstr>Feature Importance</vt:lpstr>
      <vt:lpstr>Tree SHAP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csc</dc:creator>
  <cp:lastModifiedBy>NGUYỄN PHAN CHÍ THÀNH</cp:lastModifiedBy>
  <cp:revision>8</cp:revision>
  <dcterms:created xsi:type="dcterms:W3CDTF">2025-11-18T13:24:29Z</dcterms:created>
  <dcterms:modified xsi:type="dcterms:W3CDTF">2025-11-19T09:22:17Z</dcterms:modified>
</cp:coreProperties>
</file>